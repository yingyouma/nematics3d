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CC35"/>
    <a:srgbClr val="1F598A"/>
    <a:srgbClr val="E93B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CDACF8-FE81-9305-9DDF-AA3B91A0AE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71354FB-AAB5-07C4-F1D0-3D674A74E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C02908-0FEA-6818-23FA-73E9CD6F9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CE53-4600-42A6-B87A-2AC4D0F4A799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5FA680-12CE-2A5C-A94C-80A36624F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8191C7-3CEE-CD52-DE3E-09000255E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0D700-D572-46BB-9060-4166789718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461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19354C-6FE7-852B-6CE5-D58DA593D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6E5ACC-4E43-79DD-99D3-34BAD5E7E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5612C9-B40C-25E2-DF9A-D5321229A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CE53-4600-42A6-B87A-2AC4D0F4A799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23EBBB-10B2-B8B0-87CD-873BB7D72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B50085-37E1-CD7F-7C10-343035750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0D700-D572-46BB-9060-4166789718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74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0C4E8-829F-FAA9-A64F-19633C447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CFD65A-BA15-8688-8A96-859F101A1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4B3413-0055-E0C8-F2BA-DD9073C21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CE53-4600-42A6-B87A-2AC4D0F4A799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601374-8505-5274-910A-E2104B08F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48E061-5290-675D-FE16-C246A2C9F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0D700-D572-46BB-9060-4166789718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572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FBF26C-26BA-A434-70BE-41B2AB7BE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5D3A7F-699F-7F2B-D606-64A7B0839F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5DF526-BE37-9947-F703-FF9D49974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7738BF-EBC5-11B8-55A7-C3391E8F7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CE53-4600-42A6-B87A-2AC4D0F4A799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A56D58-480C-347B-E1B5-5EC3FA84F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42F7C7-F1FE-9E20-2E18-5FD86E490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0D700-D572-46BB-9060-4166789718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9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BC901B-E031-B713-E1A1-82B8845A1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D88618-3190-3F7A-730A-8D6E0A9AF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2F5C04-E44C-6CEF-287D-BD703386A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AC1E134-EB14-A076-5B3E-BD15CF4E24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F644458-5E24-C3BF-17AF-4BA8718967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E6A925D-AD8C-CBF9-313B-498437B04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CE53-4600-42A6-B87A-2AC4D0F4A799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33456E2-B8E1-F29D-931A-8926BBD5F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1659A86-E70E-00AB-F192-C1258066E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0D700-D572-46BB-9060-4166789718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732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7881C6-1C6D-30DE-EB8E-CFC810631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53343B-747C-9116-F5B5-ACF0F55CB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CE53-4600-42A6-B87A-2AC4D0F4A799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5C0D96-8033-93CA-17F6-47A0110AD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F446A3-684C-261D-19EA-21084E1A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0D700-D572-46BB-9060-4166789718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242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D52370-6173-11E2-181A-014AF2E98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CE53-4600-42A6-B87A-2AC4D0F4A799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69CD8F-1F31-172B-CBF9-66CB7C105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F5C81A-88CE-0FEC-8295-7291B74B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0D700-D572-46BB-9060-4166789718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2372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209AC6-4E9A-52AF-FE53-77258A1A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C2CA67-1545-7BF2-D978-3D6C5BC36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602802-20DE-DF37-422D-2C8CBE078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C4DA4A-ED64-BB19-65DA-2D41EF5E4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CE53-4600-42A6-B87A-2AC4D0F4A799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7BBE93-A8AA-83BC-B571-631DE44AE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69C07A-FC8A-9742-81A0-16DBA9BAC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0D700-D572-46BB-9060-4166789718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340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DCFE5E-EBFC-CE7E-F7A9-86F78E2BC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6D59F77-2A35-383B-60F9-9707A98992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8298F1-9401-2485-6143-9B51BC45E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47843D-878D-2946-A9C5-A512E4A51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CE53-4600-42A6-B87A-2AC4D0F4A799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DB5660-3788-FCF8-BA70-569DB36CE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403544-4DB4-13B4-6BEE-EFE8974F5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0D700-D572-46BB-9060-4166789718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369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878F89-169A-6617-B589-440B05602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3BF970-9394-C042-E8D4-CC898DC1E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000424-0E5D-29D8-3450-3598D74A1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CE53-4600-42A6-B87A-2AC4D0F4A799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1C985E-9866-F7DD-8534-87E0EB89E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5CC041-8BDF-36CE-E549-D143E41F1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0D700-D572-46BB-9060-4166789718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240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17B92E6-B484-3BC3-67C1-D10E42127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80EF8E-0484-C4E2-B867-A985D9DAEE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1A2CA2-D2FB-914D-1C9D-EE63B3284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CE53-4600-42A6-B87A-2AC4D0F4A799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F35A8E-92BD-5A3F-4F70-432CB55DB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4EDD2D-D560-5A63-E66C-CC1C87FD6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0D700-D572-46BB-9060-4166789718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136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8F31B39-6656-D4C4-B2EC-B08759822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6818BC-7279-9564-ABFA-DDDE7CE16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90440C-C557-3F34-E1FC-BE8D911D6D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3CE53-4600-42A6-B87A-2AC4D0F4A799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AA0606-87F9-9B62-8AA7-5C62AAE18E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757B07-9416-46EE-6B77-CD1DCD816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0D700-D572-46BB-9060-4166789718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137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57A72EE-27DC-D494-2704-C859B6D1D0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652" y="0"/>
            <a:ext cx="6762695" cy="6858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07F93B0-A517-5FE2-99B6-550DA560E9B6}"/>
                  </a:ext>
                </a:extLst>
              </p:cNvPr>
              <p:cNvSpPr txBox="1"/>
              <p:nvPr/>
            </p:nvSpPr>
            <p:spPr>
              <a:xfrm>
                <a:off x="2038246" y="4728575"/>
                <a:ext cx="1214179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600" b="0" i="1" smtClean="0">
                          <a:solidFill>
                            <a:srgbClr val="E93B37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9600" dirty="0">
                  <a:solidFill>
                    <a:srgbClr val="E93B37"/>
                  </a:solidFill>
                </a:endParaRP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07F93B0-A517-5FE2-99B6-550DA560E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8246" y="4728575"/>
                <a:ext cx="1214179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9A02F13-79A2-63D6-1AAB-14012159F2DF}"/>
                  </a:ext>
                </a:extLst>
              </p:cNvPr>
              <p:cNvSpPr txBox="1"/>
              <p:nvPr/>
            </p:nvSpPr>
            <p:spPr>
              <a:xfrm>
                <a:off x="9088436" y="4728575"/>
                <a:ext cx="1231619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600" b="0" i="1" smtClean="0">
                          <a:solidFill>
                            <a:srgbClr val="1F598A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9600" dirty="0">
                  <a:solidFill>
                    <a:srgbClr val="1F598A"/>
                  </a:solidFill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9A02F13-79A2-63D6-1AAB-14012159F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8436" y="4728575"/>
                <a:ext cx="1231619" cy="1569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B546566-6A15-526D-1BAC-52CA86FFD525}"/>
                  </a:ext>
                </a:extLst>
              </p:cNvPr>
              <p:cNvSpPr txBox="1"/>
              <p:nvPr/>
            </p:nvSpPr>
            <p:spPr>
              <a:xfrm>
                <a:off x="6095999" y="-386218"/>
                <a:ext cx="1137043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600" b="0" i="1" smtClean="0">
                          <a:solidFill>
                            <a:srgbClr val="48CC35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CN" altLang="en-US" sz="9600" dirty="0">
                  <a:solidFill>
                    <a:srgbClr val="48CC35"/>
                  </a:solidFill>
                </a:endParaRP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B546566-6A15-526D-1BAC-52CA86FFD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-386218"/>
                <a:ext cx="1137043" cy="1569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0273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</Words>
  <Application>Microsoft Office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英猷 马</dc:creator>
  <cp:lastModifiedBy>英猷 马</cp:lastModifiedBy>
  <cp:revision>1</cp:revision>
  <dcterms:created xsi:type="dcterms:W3CDTF">2026-05-19T07:04:48Z</dcterms:created>
  <dcterms:modified xsi:type="dcterms:W3CDTF">2026-05-19T07:38:55Z</dcterms:modified>
</cp:coreProperties>
</file>